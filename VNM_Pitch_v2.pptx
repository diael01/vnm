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VNM – Virtual Net Metering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Transfer solar energy surplus between locations</a:t>
            </a:r>
          </a:p>
          <a:p>
            <a:pPr/>
            <a:r>
              <a:t>Bridging today's reality with tomorrow’s energy 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Prosumers produce surplus energy</a:t>
            </a:r>
          </a:p>
          <a:p>
            <a:pPr/>
            <a:r>
              <a:t>Government policies limit direct energy transfer</a:t>
            </a:r>
          </a:p>
          <a:p>
            <a:pPr/>
            <a:r>
              <a:t>Grid tracks money, not energy credits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Regulatory Constraint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Energy injection requires provider approval</a:t>
            </a:r>
          </a:p>
          <a:p>
            <a:pPr/>
            <a:r>
              <a:t>No native support for energy credit transfers</a:t>
            </a:r>
          </a:p>
          <a:p>
            <a:pPr/>
            <a:r>
              <a:t>Depends on government evolution (slow)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Work within current system</a:t>
            </a:r>
          </a:p>
          <a:p>
            <a:pPr/>
            <a:r>
              <a:t>Convert surplus → money (via provider)</a:t>
            </a:r>
          </a:p>
          <a:p>
            <a:pPr/>
            <a:r>
              <a:t>Use money as intermediary for transfer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Analytics → detect surplus</a:t>
            </a:r>
          </a:p>
          <a:p>
            <a:pPr/>
            <a:r>
              <a:t>Provider → validate &amp; monetize</a:t>
            </a:r>
          </a:p>
          <a:p>
            <a:pPr/>
            <a:r>
              <a:t>Transfers → reallocate value</a:t>
            </a:r>
          </a:p>
          <a:p>
            <a:pPr/>
            <a:r>
              <a:t>Locations → multi-site usage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Innovation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Abstract energy into transferable value</a:t>
            </a:r>
          </a:p>
          <a:p>
            <a:pPr/>
            <a:r>
              <a:t>Decouple physical energy from financial flow</a:t>
            </a:r>
          </a:p>
          <a:p>
            <a:pPr/>
            <a:r>
              <a:t>Future-ready for true energy credit systems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Production vs Consumption</a:t>
            </a:r>
          </a:p>
          <a:p>
            <a:pPr/>
            <a:r>
              <a:t>Surplus detection</a:t>
            </a:r>
          </a:p>
          <a:p>
            <a:pPr/>
            <a:r>
              <a:t>Trends &amp; forecasting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Providers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Prosumer simulation</a:t>
            </a:r>
          </a:p>
          <a:p>
            <a:pPr/>
            <a:r>
              <a:t>Injected energy validation</a:t>
            </a:r>
          </a:p>
          <a:p>
            <a:pPr/>
            <a:r>
              <a:t>Pricing per kWh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Transfers (Core Feature)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Available transferable value</a:t>
            </a:r>
          </a:p>
          <a:p>
            <a:pPr/>
            <a:r>
              <a:t>Select destination location</a:t>
            </a:r>
          </a:p>
          <a:p>
            <a:pPr/>
            <a:r>
              <a:t>Execute transfer</a:t>
            </a:r>
          </a:p>
          <a:p>
            <a:pPr/>
            <a:r>
              <a:t>Track transactions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price per kWh</a:t>
            </a:r>
          </a:p>
          <a:p>
            <a:pPr/>
            <a:r>
              <a:t>Savings, earnings, costs</a:t>
            </a:r>
          </a:p>
          <a:p>
            <a:pPr/>
            <a:r>
              <a:t>Acts as bridge until energy credits exist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Useful Links (New Module)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Energy price sources</a:t>
            </a:r>
          </a:p>
          <a:p>
            <a:pPr/>
            <a:r>
              <a:t>Government regulations</a:t>
            </a:r>
          </a:p>
          <a:p>
            <a:pPr/>
            <a:r>
              <a:t>Provider APIs</a:t>
            </a:r>
          </a:p>
          <a:p>
            <a:pPr/>
            <a:r>
              <a:t>Market references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 surplus</a:t>
            </a:r>
          </a:p>
          <a:p>
            <a:pPr/>
            <a:r>
              <a:t>Validate with provider</a:t>
            </a:r>
          </a:p>
          <a:p>
            <a:pPr/>
            <a:r>
              <a:t>Convert to monetary value</a:t>
            </a:r>
          </a:p>
          <a:p>
            <a:pPr/>
            <a:r>
              <a:t>Transfer value to another location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Direct energy credit transfer (no money)</a:t>
            </a:r>
          </a:p>
          <a:p>
            <a:pPr/>
            <a:r>
              <a:t>Government integration</a:t>
            </a:r>
          </a:p>
          <a:p>
            <a:pPr/>
            <a:r>
              <a:t>Energy marketplace</a:t>
            </a:r>
          </a:p>
          <a:p>
            <a:pPr/>
            <a:r>
              <a:t>AI optimization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Solar adoption increasing</a:t>
            </a:r>
          </a:p>
          <a:p>
            <a:pPr/>
            <a:r>
              <a:t>Regulation lagging behind technology</a:t>
            </a:r>
          </a:p>
          <a:p>
            <a:pPr/>
            <a:r>
              <a:t>Opportunity for intermediary solutions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VNM bridges today's constraints with tomorrow’s energy future</a:t>
            </a:r>
          </a:p>
          <a:p>
            <a:pPr/>
            <a:r>
              <a:t>From surplus → value → transfer → optimization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